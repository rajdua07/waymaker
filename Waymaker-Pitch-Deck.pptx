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WAYMAKER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gave you infinite ideas.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need a decision.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arbitrator that turns your team’s competing ideas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clear decisions and real execution.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getwaymaker.com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made people great at generating ideas — and worse at deciding which ones to execute.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recipients feel annoyed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AI-generated communications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2.5x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content generated per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since ChatGPT launched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459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managers say AI creates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work, not less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/ Fortune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Ideas-to-Execution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multiplied ideas. But more ideas without a decision engine = paralysis.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10x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ideas &amp; options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2377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strong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AI-backed arguments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5544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83480" y="2377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Back-and-forth grows.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converges.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55448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2377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stalls.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never starts.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36118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paradox: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made teams incredible at generating ideas, options, and arguments — but actively worse at choosing between them. BCG calls it </a:t>
            </a:r>
            <a:pPr indent="0" marL="0">
              <a:lnSpc>
                <a:spcPct val="150000"/>
              </a:lnSpc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brain fry"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ideas, fewer decisions, slower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gave your team a hundred ideas. Waymaker turns them into one decision.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submits their position — typed, pasted from ChatGPT, or pulled from existing docs and threads.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5176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6459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Waymaker’s AI ingests all inputs, maps agreements and conflicts, weighs the strongest arguments on every side.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65176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645920"/>
            <a:ext cx="2651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recommendation: here’s where you agree, here’s where you diverge, here’s the recommended path forward.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helps generate ideas. None of them help you pick one.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914400"/>
                <a:gridCol w="109728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Multi-Party?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Arbitrates?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Summarizers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Otter, Fireflies, Read.ai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Arbitration (Legal)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AAA-ICDR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Debate Arenas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Robuttal, AI Counsel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vs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Pol.is, Loomio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Civic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Facilitator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Waymaker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Decision Room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topic. Invite 2–10 participants. Set the decision criteria (speed, risk, cost, innovation).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Contributes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AI-generated arguments, type directly, or connect Slack/email threads. Each person’s input is tagged and tracked.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Waymaker Synthesizes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maps all positions, identifies consensus and conflict points, and scores argument strength with full transparency.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or Decide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respond to the synthesis. Waymaker re-arbitrates. Repeat until convergence, then lock in the decision with an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$115B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CAGR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$15B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$50B by 2030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knowledge workers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weekly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 (PMs, engineers, designers) making roadmap and prioritization decisions. These teams already use AI individually but lack a convergence tool.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strategy, M&amp;A diligence, legal negotiations, cross-functional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0574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97280"/>
            <a:ext cx="20574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• Decision Rooms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position input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 + 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574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9728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37744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Zoom/Meet transcription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suggestions on calls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+ time savings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20574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• Notion • Monday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tasks from decisions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decision digest 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1097280"/>
            <a:ext cx="20574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097280"/>
            <a:ext cx="20574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237744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SOC 2 • Audit trails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analytics dashboard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workflow builder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Waymaker a 10/10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Transparency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back to who said what. Full attribution builds trust.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18872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Convergence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691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arbitration with confidence scoring. Not one pass — true convergence.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517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Judge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691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AI’s criteria: speed vs. risk vs. cost vs. innovation. Your values, your weights.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46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First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email, Docs. Meet people where they already work. Zero context-switching.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26517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31089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246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Audit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3611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provenance. Who contributed, what was weighed, why this path was chosen.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108960"/>
            <a:ext cx="26517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1089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246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Summary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3611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Summarizers record what was said. Waymaker recommends what to do next. That’s the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WAYMAKER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gave you the ideas. Now make the call.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getwaymaker.com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Dua  •  rajdua07@gmail.com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Waymaker - The AI Arbitrator for Team Decisions</dc:title>
  <dc:subject>PptxGenJS Presentation</dc:subject>
  <dc:creator>Raj Dua</dc:creator>
  <cp:lastModifiedBy>Raj Dua</cp:lastModifiedBy>
  <cp:revision>1</cp:revision>
  <dcterms:created xsi:type="dcterms:W3CDTF">2026-03-12T20:57:07Z</dcterms:created>
  <dcterms:modified xsi:type="dcterms:W3CDTF">2026-03-12T20:57:07Z</dcterms:modified>
</cp:coreProperties>
</file>